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47BD15-1CAC-4CDC-AB1F-F4F9A1CFB659}" v="127" dt="2026-04-24T08:02:18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36" y="-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 Edel" userId="bd3fe8da-169b-4481-aea9-623d46168ce8" providerId="ADAL" clId="{4B930D39-B8B8-48B5-A378-22D0149F43BE}"/>
    <pc:docChg chg="undo custSel addSld modSld sldOrd">
      <pc:chgData name="Mari Edel" userId="bd3fe8da-169b-4481-aea9-623d46168ce8" providerId="ADAL" clId="{4B930D39-B8B8-48B5-A378-22D0149F43BE}" dt="2026-04-24T08:03:49.812" v="988" actId="20577"/>
      <pc:docMkLst>
        <pc:docMk/>
      </pc:docMkLst>
      <pc:sldChg chg="addSp modSp mod ord">
        <pc:chgData name="Mari Edel" userId="bd3fe8da-169b-4481-aea9-623d46168ce8" providerId="ADAL" clId="{4B930D39-B8B8-48B5-A378-22D0149F43BE}" dt="2026-04-23T09:04:09.547" v="111" actId="113"/>
        <pc:sldMkLst>
          <pc:docMk/>
          <pc:sldMk cId="2237648870" sldId="256"/>
        </pc:sldMkLst>
        <pc:spChg chg="mod">
          <ac:chgData name="Mari Edel" userId="bd3fe8da-169b-4481-aea9-623d46168ce8" providerId="ADAL" clId="{4B930D39-B8B8-48B5-A378-22D0149F43BE}" dt="2026-04-23T09:04:09.547" v="111" actId="113"/>
          <ac:spMkLst>
            <pc:docMk/>
            <pc:sldMk cId="2237648870" sldId="256"/>
            <ac:spMk id="2" creationId="{7ECDAC6B-2EF8-FD4D-A79A-5CA663A27AF3}"/>
          </ac:spMkLst>
        </pc:spChg>
        <pc:spChg chg="mod">
          <ac:chgData name="Mari Edel" userId="bd3fe8da-169b-4481-aea9-623d46168ce8" providerId="ADAL" clId="{4B930D39-B8B8-48B5-A378-22D0149F43BE}" dt="2026-04-23T08:48:13.692" v="94" actId="113"/>
          <ac:spMkLst>
            <pc:docMk/>
            <pc:sldMk cId="2237648870" sldId="256"/>
            <ac:spMk id="3" creationId="{44C5AC99-817C-3F91-BE73-B333C68A3363}"/>
          </ac:spMkLst>
        </pc:spChg>
        <pc:graphicFrameChg chg="mod">
          <ac:chgData name="Mari Edel" userId="bd3fe8da-169b-4481-aea9-623d46168ce8" providerId="ADAL" clId="{4B930D39-B8B8-48B5-A378-22D0149F43BE}" dt="2026-04-23T08:47:54.290" v="67" actId="1076"/>
          <ac:graphicFrameMkLst>
            <pc:docMk/>
            <pc:sldMk cId="2237648870" sldId="256"/>
            <ac:graphicFrameMk id="15" creationId="{72019C15-1005-77C0-7500-315350B97DB5}"/>
          </ac:graphicFrameMkLst>
        </pc:graphicFrameChg>
        <pc:graphicFrameChg chg="mod">
          <ac:chgData name="Mari Edel" userId="bd3fe8da-169b-4481-aea9-623d46168ce8" providerId="ADAL" clId="{4B930D39-B8B8-48B5-A378-22D0149F43BE}" dt="2026-04-23T08:42:33.307" v="2" actId="14100"/>
          <ac:graphicFrameMkLst>
            <pc:docMk/>
            <pc:sldMk cId="2237648870" sldId="256"/>
            <ac:graphicFrameMk id="16" creationId="{38F2287B-0790-79B1-3DFB-25803E967E8D}"/>
          </ac:graphicFrameMkLst>
        </pc:graphicFrameChg>
        <pc:graphicFrameChg chg="add mod">
          <ac:chgData name="Mari Edel" userId="bd3fe8da-169b-4481-aea9-623d46168ce8" providerId="ADAL" clId="{4B930D39-B8B8-48B5-A378-22D0149F43BE}" dt="2026-04-23T08:47:27.524" v="62"/>
          <ac:graphicFrameMkLst>
            <pc:docMk/>
            <pc:sldMk cId="2237648870" sldId="256"/>
            <ac:graphicFrameMk id="17" creationId="{D0EB27BE-37BE-5C60-93CE-70EE44367877}"/>
          </ac:graphicFrameMkLst>
        </pc:graphicFrameChg>
      </pc:sldChg>
      <pc:sldChg chg="addSp delSp modSp new mod">
        <pc:chgData name="Mari Edel" userId="bd3fe8da-169b-4481-aea9-623d46168ce8" providerId="ADAL" clId="{4B930D39-B8B8-48B5-A378-22D0149F43BE}" dt="2026-04-23T09:24:15.677" v="135" actId="1076"/>
        <pc:sldMkLst>
          <pc:docMk/>
          <pc:sldMk cId="3615243233" sldId="257"/>
        </pc:sldMkLst>
        <pc:spChg chg="mod">
          <ac:chgData name="Mari Edel" userId="bd3fe8da-169b-4481-aea9-623d46168ce8" providerId="ADAL" clId="{4B930D39-B8B8-48B5-A378-22D0149F43BE}" dt="2026-04-23T09:04:57.427" v="114" actId="108"/>
          <ac:spMkLst>
            <pc:docMk/>
            <pc:sldMk cId="3615243233" sldId="257"/>
            <ac:spMk id="2" creationId="{AEFD2129-857E-9A64-BD5A-0DABB753A48C}"/>
          </ac:spMkLst>
        </pc:spChg>
        <pc:spChg chg="mod">
          <ac:chgData name="Mari Edel" userId="bd3fe8da-169b-4481-aea9-623d46168ce8" providerId="ADAL" clId="{4B930D39-B8B8-48B5-A378-22D0149F43BE}" dt="2026-04-23T09:24:15.677" v="135" actId="1076"/>
          <ac:spMkLst>
            <pc:docMk/>
            <pc:sldMk cId="3615243233" sldId="257"/>
            <ac:spMk id="3" creationId="{0F986307-0398-7405-B8C3-2BB58CD50AE9}"/>
          </ac:spMkLst>
        </pc:spChg>
        <pc:graphicFrameChg chg="add del modGraphic">
          <ac:chgData name="Mari Edel" userId="bd3fe8da-169b-4481-aea9-623d46168ce8" providerId="ADAL" clId="{4B930D39-B8B8-48B5-A378-22D0149F43BE}" dt="2026-04-23T09:20:17.552" v="118" actId="1032"/>
          <ac:graphicFrameMkLst>
            <pc:docMk/>
            <pc:sldMk cId="3615243233" sldId="257"/>
            <ac:graphicFrameMk id="4" creationId="{78AFB0C9-6CD9-DA6E-0838-76246D56AF1C}"/>
          </ac:graphicFrameMkLst>
        </pc:graphicFrameChg>
        <pc:graphicFrameChg chg="add mod">
          <ac:chgData name="Mari Edel" userId="bd3fe8da-169b-4481-aea9-623d46168ce8" providerId="ADAL" clId="{4B930D39-B8B8-48B5-A378-22D0149F43BE}" dt="2026-04-23T09:21:01.835" v="120" actId="1957"/>
          <ac:graphicFrameMkLst>
            <pc:docMk/>
            <pc:sldMk cId="3615243233" sldId="257"/>
            <ac:graphicFrameMk id="7" creationId="{6D2433CA-0751-7CD7-6365-15684CE2A920}"/>
          </ac:graphicFrameMkLst>
        </pc:graphicFrameChg>
      </pc:sldChg>
      <pc:sldChg chg="delSp modSp new mod">
        <pc:chgData name="Mari Edel" userId="bd3fe8da-169b-4481-aea9-623d46168ce8" providerId="ADAL" clId="{4B930D39-B8B8-48B5-A378-22D0149F43BE}" dt="2026-04-23T09:03:49.460" v="110" actId="255"/>
        <pc:sldMkLst>
          <pc:docMk/>
          <pc:sldMk cId="1798975668" sldId="258"/>
        </pc:sldMkLst>
        <pc:spChg chg="mod">
          <ac:chgData name="Mari Edel" userId="bd3fe8da-169b-4481-aea9-623d46168ce8" providerId="ADAL" clId="{4B930D39-B8B8-48B5-A378-22D0149F43BE}" dt="2026-04-23T09:03:49.460" v="110" actId="255"/>
          <ac:spMkLst>
            <pc:docMk/>
            <pc:sldMk cId="1798975668" sldId="258"/>
            <ac:spMk id="2" creationId="{B8EC3888-24BE-421C-27FC-213FA7259592}"/>
          </ac:spMkLst>
        </pc:spChg>
        <pc:spChg chg="del mod">
          <ac:chgData name="Mari Edel" userId="bd3fe8da-169b-4481-aea9-623d46168ce8" providerId="ADAL" clId="{4B930D39-B8B8-48B5-A378-22D0149F43BE}" dt="2026-04-23T09:03:32.781" v="107" actId="478"/>
          <ac:spMkLst>
            <pc:docMk/>
            <pc:sldMk cId="1798975668" sldId="258"/>
            <ac:spMk id="3" creationId="{A1C4B5F9-62B5-1840-94CD-1C641DF97AC4}"/>
          </ac:spMkLst>
        </pc:spChg>
      </pc:sldChg>
      <pc:sldChg chg="addSp delSp modSp new mod">
        <pc:chgData name="Mari Edel" userId="bd3fe8da-169b-4481-aea9-623d46168ce8" providerId="ADAL" clId="{4B930D39-B8B8-48B5-A378-22D0149F43BE}" dt="2026-04-24T08:01:04.451" v="977" actId="14100"/>
        <pc:sldMkLst>
          <pc:docMk/>
          <pc:sldMk cId="210855413" sldId="259"/>
        </pc:sldMkLst>
        <pc:spChg chg="mod">
          <ac:chgData name="Mari Edel" userId="bd3fe8da-169b-4481-aea9-623d46168ce8" providerId="ADAL" clId="{4B930D39-B8B8-48B5-A378-22D0149F43BE}" dt="2026-04-23T09:33:52.634" v="138" actId="108"/>
          <ac:spMkLst>
            <pc:docMk/>
            <pc:sldMk cId="210855413" sldId="259"/>
            <ac:spMk id="2" creationId="{DE9CDC70-ED76-4B99-2965-60C14E0EDCE7}"/>
          </ac:spMkLst>
        </pc:spChg>
        <pc:spChg chg="del">
          <ac:chgData name="Mari Edel" userId="bd3fe8da-169b-4481-aea9-623d46168ce8" providerId="ADAL" clId="{4B930D39-B8B8-48B5-A378-22D0149F43BE}" dt="2026-04-23T10:21:11.085" v="140"/>
          <ac:spMkLst>
            <pc:docMk/>
            <pc:sldMk cId="210855413" sldId="259"/>
            <ac:spMk id="3" creationId="{4D466E4B-A6BC-4298-A84B-E78E0478DDE1}"/>
          </ac:spMkLst>
        </pc:spChg>
        <pc:spChg chg="add del mod">
          <ac:chgData name="Mari Edel" userId="bd3fe8da-169b-4481-aea9-623d46168ce8" providerId="ADAL" clId="{4B930D39-B8B8-48B5-A378-22D0149F43BE}" dt="2026-04-23T11:20:24.210" v="812"/>
          <ac:spMkLst>
            <pc:docMk/>
            <pc:sldMk cId="210855413" sldId="259"/>
            <ac:spMk id="4" creationId="{FF1E418D-09DD-9E78-F35C-C4F87D30EBB2}"/>
          </ac:spMkLst>
        </pc:spChg>
        <pc:spChg chg="add del mod">
          <ac:chgData name="Mari Edel" userId="bd3fe8da-169b-4481-aea9-623d46168ce8" providerId="ADAL" clId="{4B930D39-B8B8-48B5-A378-22D0149F43BE}" dt="2026-04-24T07:47:18.338" v="945" actId="478"/>
          <ac:spMkLst>
            <pc:docMk/>
            <pc:sldMk cId="210855413" sldId="259"/>
            <ac:spMk id="7" creationId="{E66A3E6F-EB14-C0C2-CF50-BD48F6514140}"/>
          </ac:spMkLst>
        </pc:spChg>
        <pc:spChg chg="add mod">
          <ac:chgData name="Mari Edel" userId="bd3fe8da-169b-4481-aea9-623d46168ce8" providerId="ADAL" clId="{4B930D39-B8B8-48B5-A378-22D0149F43BE}" dt="2026-04-24T08:00:39.565" v="976" actId="20577"/>
          <ac:spMkLst>
            <pc:docMk/>
            <pc:sldMk cId="210855413" sldId="259"/>
            <ac:spMk id="9" creationId="{361ED962-DCB3-6CB5-8A53-F8F261E32329}"/>
          </ac:spMkLst>
        </pc:spChg>
        <pc:graphicFrameChg chg="add del mod">
          <ac:chgData name="Mari Edel" userId="bd3fe8da-169b-4481-aea9-623d46168ce8" providerId="ADAL" clId="{4B930D39-B8B8-48B5-A378-22D0149F43BE}" dt="2026-04-24T07:47:03.725" v="942" actId="478"/>
          <ac:graphicFrameMkLst>
            <pc:docMk/>
            <pc:sldMk cId="210855413" sldId="259"/>
            <ac:graphicFrameMk id="5" creationId="{FE9E458B-006A-5AE3-8F53-9CE1893ED142}"/>
          </ac:graphicFrameMkLst>
        </pc:graphicFrameChg>
        <pc:graphicFrameChg chg="add del mod">
          <ac:chgData name="Mari Edel" userId="bd3fe8da-169b-4481-aea9-623d46168ce8" providerId="ADAL" clId="{4B930D39-B8B8-48B5-A378-22D0149F43BE}" dt="2026-04-23T11:15:02.535" v="810" actId="478"/>
          <ac:graphicFrameMkLst>
            <pc:docMk/>
            <pc:sldMk cId="210855413" sldId="259"/>
            <ac:graphicFrameMk id="6" creationId="{FAFF66CB-6C8F-B084-51C3-27A780980DAB}"/>
          </ac:graphicFrameMkLst>
        </pc:graphicFrameChg>
        <pc:graphicFrameChg chg="add del mod">
          <ac:chgData name="Mari Edel" userId="bd3fe8da-169b-4481-aea9-623d46168ce8" providerId="ADAL" clId="{4B930D39-B8B8-48B5-A378-22D0149F43BE}" dt="2026-04-23T11:28:37.524" v="843" actId="478"/>
          <ac:graphicFrameMkLst>
            <pc:docMk/>
            <pc:sldMk cId="210855413" sldId="259"/>
            <ac:graphicFrameMk id="7" creationId="{060EC944-DDD3-3747-6D3F-25DF87FD3EAA}"/>
          </ac:graphicFrameMkLst>
        </pc:graphicFrameChg>
        <pc:graphicFrameChg chg="add mod">
          <ac:chgData name="Mari Edel" userId="bd3fe8da-169b-4481-aea9-623d46168ce8" providerId="ADAL" clId="{4B930D39-B8B8-48B5-A378-22D0149F43BE}" dt="2026-04-23T10:23:26.507" v="150"/>
          <ac:graphicFrameMkLst>
            <pc:docMk/>
            <pc:sldMk cId="210855413" sldId="259"/>
            <ac:graphicFrameMk id="7" creationId="{FAFF66CB-6C8F-B084-51C3-27A780980DAB}"/>
          </ac:graphicFrameMkLst>
        </pc:graphicFrameChg>
        <pc:graphicFrameChg chg="add del mod">
          <ac:chgData name="Mari Edel" userId="bd3fe8da-169b-4481-aea9-623d46168ce8" providerId="ADAL" clId="{4B930D39-B8B8-48B5-A378-22D0149F43BE}" dt="2026-04-24T07:43:58.034" v="924" actId="478"/>
          <ac:graphicFrameMkLst>
            <pc:docMk/>
            <pc:sldMk cId="210855413" sldId="259"/>
            <ac:graphicFrameMk id="8" creationId="{58D57F94-411F-7962-34CB-AFB69856EAFC}"/>
          </ac:graphicFrameMkLst>
        </pc:graphicFrameChg>
        <pc:picChg chg="add mod">
          <ac:chgData name="Mari Edel" userId="bd3fe8da-169b-4481-aea9-623d46168ce8" providerId="ADAL" clId="{4B930D39-B8B8-48B5-A378-22D0149F43BE}" dt="2026-04-24T07:59:13.802" v="967" actId="14100"/>
          <ac:picMkLst>
            <pc:docMk/>
            <pc:sldMk cId="210855413" sldId="259"/>
            <ac:picMk id="4" creationId="{665BE8AA-C36A-7B4E-4369-8B520C24F301}"/>
          </ac:picMkLst>
        </pc:picChg>
        <pc:picChg chg="add del">
          <ac:chgData name="Mari Edel" userId="bd3fe8da-169b-4481-aea9-623d46168ce8" providerId="ADAL" clId="{4B930D39-B8B8-48B5-A378-22D0149F43BE}" dt="2026-04-24T07:47:12.280" v="944" actId="478"/>
          <ac:picMkLst>
            <pc:docMk/>
            <pc:sldMk cId="210855413" sldId="259"/>
            <ac:picMk id="11" creationId="{48465CBA-9ADA-6E3A-74F7-7A00748F36CD}"/>
          </ac:picMkLst>
        </pc:picChg>
        <pc:picChg chg="add mod">
          <ac:chgData name="Mari Edel" userId="bd3fe8da-169b-4481-aea9-623d46168ce8" providerId="ADAL" clId="{4B930D39-B8B8-48B5-A378-22D0149F43BE}" dt="2026-04-24T08:01:04.451" v="977" actId="14100"/>
          <ac:picMkLst>
            <pc:docMk/>
            <pc:sldMk cId="210855413" sldId="259"/>
            <ac:picMk id="13" creationId="{45C163E1-4CC2-F0E1-AC27-F236E3E2F394}"/>
          </ac:picMkLst>
        </pc:picChg>
      </pc:sldChg>
      <pc:sldChg chg="addSp delSp modSp new mod">
        <pc:chgData name="Mari Edel" userId="bd3fe8da-169b-4481-aea9-623d46168ce8" providerId="ADAL" clId="{4B930D39-B8B8-48B5-A378-22D0149F43BE}" dt="2026-04-23T11:33:41.759" v="921" actId="14100"/>
        <pc:sldMkLst>
          <pc:docMk/>
          <pc:sldMk cId="1512379288" sldId="260"/>
        </pc:sldMkLst>
        <pc:spChg chg="mod">
          <ac:chgData name="Mari Edel" userId="bd3fe8da-169b-4481-aea9-623d46168ce8" providerId="ADAL" clId="{4B930D39-B8B8-48B5-A378-22D0149F43BE}" dt="2026-04-23T10:27:38.694" v="176" actId="108"/>
          <ac:spMkLst>
            <pc:docMk/>
            <pc:sldMk cId="1512379288" sldId="260"/>
            <ac:spMk id="2" creationId="{89C0464D-CA29-5C3C-FFA5-4C223A375BB8}"/>
          </ac:spMkLst>
        </pc:spChg>
        <pc:spChg chg="add del mod">
          <ac:chgData name="Mari Edel" userId="bd3fe8da-169b-4481-aea9-623d46168ce8" providerId="ADAL" clId="{4B930D39-B8B8-48B5-A378-22D0149F43BE}" dt="2026-04-23T11:33:41.759" v="921" actId="14100"/>
          <ac:spMkLst>
            <pc:docMk/>
            <pc:sldMk cId="1512379288" sldId="260"/>
            <ac:spMk id="3" creationId="{99D8099A-EC88-8A32-2B54-25F26EA270FC}"/>
          </ac:spMkLst>
        </pc:spChg>
        <pc:spChg chg="add del mod">
          <ac:chgData name="Mari Edel" userId="bd3fe8da-169b-4481-aea9-623d46168ce8" providerId="ADAL" clId="{4B930D39-B8B8-48B5-A378-22D0149F43BE}" dt="2026-04-23T10:34:00.169" v="230" actId="478"/>
          <ac:spMkLst>
            <pc:docMk/>
            <pc:sldMk cId="1512379288" sldId="260"/>
            <ac:spMk id="5" creationId="{C9106848-98CB-10E2-174C-8921689FB010}"/>
          </ac:spMkLst>
        </pc:spChg>
        <pc:spChg chg="add del mod">
          <ac:chgData name="Mari Edel" userId="bd3fe8da-169b-4481-aea9-623d46168ce8" providerId="ADAL" clId="{4B930D39-B8B8-48B5-A378-22D0149F43BE}" dt="2026-04-23T11:30:58.526" v="857" actId="478"/>
          <ac:spMkLst>
            <pc:docMk/>
            <pc:sldMk cId="1512379288" sldId="260"/>
            <ac:spMk id="5" creationId="{E5355EB9-38B1-1198-62CB-55C43ED3E0EB}"/>
          </ac:spMkLst>
        </pc:spChg>
        <pc:spChg chg="add del mod">
          <ac:chgData name="Mari Edel" userId="bd3fe8da-169b-4481-aea9-623d46168ce8" providerId="ADAL" clId="{4B930D39-B8B8-48B5-A378-22D0149F43BE}" dt="2026-04-23T11:02:27.506" v="747" actId="478"/>
          <ac:spMkLst>
            <pc:docMk/>
            <pc:sldMk cId="1512379288" sldId="260"/>
            <ac:spMk id="7" creationId="{C0F1FE8B-60A8-81C1-EB3E-5E765BA82BF8}"/>
          </ac:spMkLst>
        </pc:spChg>
      </pc:sldChg>
      <pc:sldChg chg="modSp new mod">
        <pc:chgData name="Mari Edel" userId="bd3fe8da-169b-4481-aea9-623d46168ce8" providerId="ADAL" clId="{4B930D39-B8B8-48B5-A378-22D0149F43BE}" dt="2026-04-24T08:03:49.812" v="988" actId="20577"/>
        <pc:sldMkLst>
          <pc:docMk/>
          <pc:sldMk cId="3241726291" sldId="261"/>
        </pc:sldMkLst>
        <pc:spChg chg="mod">
          <ac:chgData name="Mari Edel" userId="bd3fe8da-169b-4481-aea9-623d46168ce8" providerId="ADAL" clId="{4B930D39-B8B8-48B5-A378-22D0149F43BE}" dt="2026-04-23T10:35:10.557" v="244" actId="20577"/>
          <ac:spMkLst>
            <pc:docMk/>
            <pc:sldMk cId="3241726291" sldId="261"/>
            <ac:spMk id="2" creationId="{9AF05884-ED51-6298-9CC9-76172F5EDFAF}"/>
          </ac:spMkLst>
        </pc:spChg>
        <pc:spChg chg="mod">
          <ac:chgData name="Mari Edel" userId="bd3fe8da-169b-4481-aea9-623d46168ce8" providerId="ADAL" clId="{4B930D39-B8B8-48B5-A378-22D0149F43BE}" dt="2026-04-24T08:03:49.812" v="988" actId="20577"/>
          <ac:spMkLst>
            <pc:docMk/>
            <pc:sldMk cId="3241726291" sldId="261"/>
            <ac:spMk id="3" creationId="{1B4BD13F-85B4-294C-73F3-1E561ADADE4C}"/>
          </ac:spMkLst>
        </pc:spChg>
      </pc:sldChg>
      <pc:sldChg chg="delSp modSp new mod">
        <pc:chgData name="Mari Edel" userId="bd3fe8da-169b-4481-aea9-623d46168ce8" providerId="ADAL" clId="{4B930D39-B8B8-48B5-A378-22D0149F43BE}" dt="2026-04-23T11:04:50.083" v="773" actId="113"/>
        <pc:sldMkLst>
          <pc:docMk/>
          <pc:sldMk cId="3206426751" sldId="262"/>
        </pc:sldMkLst>
        <pc:spChg chg="mod">
          <ac:chgData name="Mari Edel" userId="bd3fe8da-169b-4481-aea9-623d46168ce8" providerId="ADAL" clId="{4B930D39-B8B8-48B5-A378-22D0149F43BE}" dt="2026-04-23T11:04:50.083" v="773" actId="113"/>
          <ac:spMkLst>
            <pc:docMk/>
            <pc:sldMk cId="3206426751" sldId="262"/>
            <ac:spMk id="2" creationId="{99AE7502-7564-5A0A-DDE6-8F39B435F044}"/>
          </ac:spMkLst>
        </pc:spChg>
        <pc:spChg chg="del mod">
          <ac:chgData name="Mari Edel" userId="bd3fe8da-169b-4481-aea9-623d46168ce8" providerId="ADAL" clId="{4B930D39-B8B8-48B5-A378-22D0149F43BE}" dt="2026-04-23T11:03:25.463" v="757" actId="478"/>
          <ac:spMkLst>
            <pc:docMk/>
            <pc:sldMk cId="3206426751" sldId="262"/>
            <ac:spMk id="3" creationId="{B2D1AB16-1BFE-0BD3-5960-559B882CAFC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Vihi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Vihi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t-E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Leht1!$N$1</c:f>
              <c:strCache>
                <c:ptCount val="1"/>
                <c:pt idx="0">
                  <c:v>käive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t-EE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Leht1!$M$2:$M$5</c:f>
              <c:strCache>
                <c:ptCount val="4"/>
                <c:pt idx="0">
                  <c:v>2024 Q1</c:v>
                </c:pt>
                <c:pt idx="1">
                  <c:v>2024 Q2</c:v>
                </c:pt>
                <c:pt idx="2">
                  <c:v>2024 Q3</c:v>
                </c:pt>
                <c:pt idx="3">
                  <c:v>2024 Q4</c:v>
                </c:pt>
              </c:strCache>
            </c:strRef>
          </c:cat>
          <c:val>
            <c:numRef>
              <c:f>Leht1!$N$2:$N$5</c:f>
              <c:numCache>
                <c:formatCode>General</c:formatCode>
                <c:ptCount val="4"/>
                <c:pt idx="0">
                  <c:v>285360</c:v>
                </c:pt>
                <c:pt idx="1">
                  <c:v>375240</c:v>
                </c:pt>
                <c:pt idx="2">
                  <c:v>400938</c:v>
                </c:pt>
                <c:pt idx="3">
                  <c:v>408820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10-4D9C-BD36-4D9FFE37EC1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522330336"/>
        <c:axId val="522333696"/>
      </c:barChart>
      <c:catAx>
        <c:axId val="522330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t-EE"/>
          </a:p>
        </c:txPr>
        <c:crossAx val="522333696"/>
        <c:crosses val="autoZero"/>
        <c:auto val="1"/>
        <c:lblAlgn val="ctr"/>
        <c:lblOffset val="100"/>
        <c:noMultiLvlLbl val="0"/>
      </c:catAx>
      <c:valAx>
        <c:axId val="52233369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2233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t-E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t-EE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t-EE" b="1" dirty="0"/>
              <a:t>Kategooria</a:t>
            </a:r>
            <a:r>
              <a:rPr lang="et-EE" b="1" baseline="0" dirty="0"/>
              <a:t> 2024 kogukäive + järjestus TOP järgi </a:t>
            </a:r>
            <a:endParaRPr lang="et-EE" b="1" dirty="0"/>
          </a:p>
        </c:rich>
      </c:tx>
      <c:layout>
        <c:manualLayout>
          <c:xMode val="edge"/>
          <c:yMode val="edge"/>
          <c:x val="0.1779372447908413"/>
          <c:y val="2.475846846843334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t-E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>
                <a:shade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t-E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Leht1!$R$1:$S$7</c:f>
              <c:multiLvlStrCache>
                <c:ptCount val="6"/>
                <c:lvl>
                  <c:pt idx="0">
                    <c:v>category</c:v>
                  </c:pt>
                  <c:pt idx="1">
                    <c:v>meeste_riided</c:v>
                  </c:pt>
                  <c:pt idx="2">
                    <c:v>jalanõud</c:v>
                  </c:pt>
                  <c:pt idx="3">
                    <c:v>naiste_riided</c:v>
                  </c:pt>
                  <c:pt idx="4">
                    <c:v>aksessuaarid</c:v>
                  </c:pt>
                  <c:pt idx="5">
                    <c:v>laste_riided</c:v>
                  </c:pt>
                </c:lvl>
                <c:lvl>
                  <c:pt idx="0">
                    <c:v>top_nr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  <c:extLst/>
            </c:multiLvlStrRef>
          </c:cat>
          <c:val>
            <c:numRef>
              <c:f>Leht1!$T$1:$T$7</c:f>
              <c:numCache>
                <c:formatCode>General</c:formatCode>
                <c:ptCount val="6"/>
                <c:pt idx="0">
                  <c:v>0</c:v>
                </c:pt>
                <c:pt idx="1">
                  <c:v>389739</c:v>
                </c:pt>
                <c:pt idx="2">
                  <c:v>379576</c:v>
                </c:pt>
                <c:pt idx="3">
                  <c:v>342065</c:v>
                </c:pt>
                <c:pt idx="4">
                  <c:v>202239</c:v>
                </c:pt>
                <c:pt idx="5">
                  <c:v>156740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405-4752-9EB3-B8B91404A6E4}"/>
            </c:ext>
          </c:extLst>
        </c:ser>
        <c:ser>
          <c:idx val="1"/>
          <c:order val="1"/>
          <c:spPr>
            <a:solidFill>
              <a:schemeClr val="accent2">
                <a:shade val="8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t-E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Leht1!$R$1:$S$7</c:f>
              <c:multiLvlStrCache>
                <c:ptCount val="6"/>
                <c:lvl>
                  <c:pt idx="0">
                    <c:v>category</c:v>
                  </c:pt>
                  <c:pt idx="1">
                    <c:v>meeste_riided</c:v>
                  </c:pt>
                  <c:pt idx="2">
                    <c:v>jalanõud</c:v>
                  </c:pt>
                  <c:pt idx="3">
                    <c:v>naiste_riided</c:v>
                  </c:pt>
                  <c:pt idx="4">
                    <c:v>aksessuaarid</c:v>
                  </c:pt>
                  <c:pt idx="5">
                    <c:v>laste_riided</c:v>
                  </c:pt>
                </c:lvl>
                <c:lvl>
                  <c:pt idx="0">
                    <c:v>top_nr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  <c:extLst/>
            </c:multiLvlStrRef>
          </c:cat>
          <c:val>
            <c:numRef>
              <c:f>Leht1!$U$1:$U$7</c:f>
              <c:numCache>
                <c:formatCode>General</c:formatCode>
                <c:ptCount val="6"/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405-4752-9EB3-B8B91404A6E4}"/>
            </c:ext>
          </c:extLst>
        </c:ser>
        <c:ser>
          <c:idx val="2"/>
          <c:order val="2"/>
          <c:spPr>
            <a:solidFill>
              <a:schemeClr val="accent2">
                <a:tint val="8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t-E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Leht1!$R$1:$S$7</c:f>
              <c:multiLvlStrCache>
                <c:ptCount val="6"/>
                <c:lvl>
                  <c:pt idx="0">
                    <c:v>category</c:v>
                  </c:pt>
                  <c:pt idx="1">
                    <c:v>meeste_riided</c:v>
                  </c:pt>
                  <c:pt idx="2">
                    <c:v>jalanõud</c:v>
                  </c:pt>
                  <c:pt idx="3">
                    <c:v>naiste_riided</c:v>
                  </c:pt>
                  <c:pt idx="4">
                    <c:v>aksessuaarid</c:v>
                  </c:pt>
                  <c:pt idx="5">
                    <c:v>laste_riided</c:v>
                  </c:pt>
                </c:lvl>
                <c:lvl>
                  <c:pt idx="0">
                    <c:v>top_nr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  <c:extLst/>
            </c:multiLvlStrRef>
          </c:cat>
          <c:val>
            <c:numRef>
              <c:f>Leht1!$V$1:$V$7</c:f>
              <c:numCache>
                <c:formatCode>General</c:formatCode>
                <c:ptCount val="6"/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6405-4752-9EB3-B8B91404A6E4}"/>
            </c:ext>
          </c:extLst>
        </c:ser>
        <c:ser>
          <c:idx val="3"/>
          <c:order val="3"/>
          <c:spPr>
            <a:solidFill>
              <a:schemeClr val="accent2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t-E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Leht1!$R$1:$S$7</c:f>
              <c:multiLvlStrCache>
                <c:ptCount val="6"/>
                <c:lvl>
                  <c:pt idx="0">
                    <c:v>category</c:v>
                  </c:pt>
                  <c:pt idx="1">
                    <c:v>meeste_riided</c:v>
                  </c:pt>
                  <c:pt idx="2">
                    <c:v>jalanõud</c:v>
                  </c:pt>
                  <c:pt idx="3">
                    <c:v>naiste_riided</c:v>
                  </c:pt>
                  <c:pt idx="4">
                    <c:v>aksessuaarid</c:v>
                  </c:pt>
                  <c:pt idx="5">
                    <c:v>laste_riided</c:v>
                  </c:pt>
                </c:lvl>
                <c:lvl>
                  <c:pt idx="0">
                    <c:v>top_nr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  <c:extLst/>
            </c:multiLvlStrRef>
          </c:cat>
          <c:val>
            <c:numRef>
              <c:f>Leht1!$W$1:$W$7</c:f>
              <c:numCache>
                <c:formatCode>General</c:formatCode>
                <c:ptCount val="6"/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6405-4752-9EB3-B8B91404A6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36569424"/>
        <c:axId val="536569904"/>
      </c:barChart>
      <c:catAx>
        <c:axId val="536569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t-EE"/>
          </a:p>
        </c:txPr>
        <c:crossAx val="536569904"/>
        <c:crosses val="autoZero"/>
        <c:auto val="1"/>
        <c:lblAlgn val="ctr"/>
        <c:lblOffset val="100"/>
        <c:noMultiLvlLbl val="0"/>
      </c:catAx>
      <c:valAx>
        <c:axId val="53656990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36569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t-E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itel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t-EE"/>
              <a:t>Klõpsake juhteksemplari alapealkirja laadi redigeerimiseks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ealkiri ja si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t-E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Jaotise pä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 si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õrd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inult pealki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üh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Pealdisega si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ldiallkirjaga 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t-EE"/>
              <a:t>Pildi lisamiseks klõpsake ikooni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alkiri ja pildiallki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iteallkirjaga tsita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iitka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t-EE"/>
              <a:t>Klõpsake juhteksemplari tekstilaadide redigeerimiseks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sitaadi visiitka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t-EE"/>
              <a:t>Klõpsake juhteksemplari tekstilaadide redigeerimiseks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Õige või v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t-EE"/>
              <a:t>Klõpsake juhteksemplari tekstilaadide redigeerimiseks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t-EE"/>
              <a:t>Klõpsake juhteksemplari tekstilaadide redigeerimiseks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itel ja vertikaal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altiitel ja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t-EE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t-E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t-EE"/>
              <a:t>Klõpsake juhteksemplari pealkirja laadi redigeerimiseks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t-EE"/>
              <a:t>Klõpsake juhteksemplari tekstilaadide redigeerimiseks</a:t>
            </a:r>
          </a:p>
          <a:p>
            <a:pPr lvl="1"/>
            <a:r>
              <a:rPr lang="et-EE"/>
              <a:t>Teine tase</a:t>
            </a:r>
          </a:p>
          <a:p>
            <a:pPr lvl="2"/>
            <a:r>
              <a:rPr lang="et-EE"/>
              <a:t>Kolmas tase</a:t>
            </a:r>
          </a:p>
          <a:p>
            <a:pPr lvl="3"/>
            <a:r>
              <a:rPr lang="et-EE"/>
              <a:t>Neljas tase</a:t>
            </a:r>
          </a:p>
          <a:p>
            <a:pPr lvl="4"/>
            <a:r>
              <a:rPr lang="et-EE"/>
              <a:t>Viies tase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B8EC3888-24BE-421C-27FC-213FA7259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554" y="2692396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t-EE" b="1" dirty="0">
                <a:solidFill>
                  <a:srgbClr val="00B050"/>
                </a:solidFill>
              </a:rPr>
              <a:t>Operatsioonide analüüsiosakond -SQL </a:t>
            </a:r>
            <a:r>
              <a:rPr lang="et-EE" b="1" dirty="0" err="1">
                <a:solidFill>
                  <a:srgbClr val="00B050"/>
                </a:solidFill>
              </a:rPr>
              <a:t>Agregatsioon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1798975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7ECDAC6B-2EF8-FD4D-A79A-5CA663A27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788" y="410013"/>
            <a:ext cx="8915399" cy="1126283"/>
          </a:xfrm>
        </p:spPr>
        <p:txBody>
          <a:bodyPr>
            <a:normAutofit/>
          </a:bodyPr>
          <a:lstStyle/>
          <a:p>
            <a:br>
              <a:rPr lang="et-EE" sz="2000" dirty="0"/>
            </a:br>
            <a:r>
              <a:rPr lang="et-EE" sz="2000" b="1" dirty="0"/>
              <a:t>Müügi koondandmed (Sales </a:t>
            </a:r>
            <a:r>
              <a:rPr lang="et-EE" sz="2000" b="1" dirty="0" err="1"/>
              <a:t>Aggregation</a:t>
            </a:r>
            <a:r>
              <a:rPr lang="et-EE" sz="2000" b="1" dirty="0"/>
              <a:t>)</a:t>
            </a:r>
            <a:br>
              <a:rPr lang="et-EE" sz="2000" b="1" dirty="0"/>
            </a:br>
            <a:endParaRPr lang="et-EE" sz="2000" b="1" dirty="0">
              <a:solidFill>
                <a:srgbClr val="00B050"/>
              </a:solidFill>
            </a:endParaRPr>
          </a:p>
        </p:txBody>
      </p:sp>
      <p:sp>
        <p:nvSpPr>
          <p:cNvPr id="3" name="Alapealkiri 2">
            <a:extLst>
              <a:ext uri="{FF2B5EF4-FFF2-40B4-BE49-F238E27FC236}">
                <a16:creationId xmlns:a16="http://schemas.microsoft.com/office/drawing/2014/main" id="{44C5AC99-817C-3F91-BE73-B333C68A3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0290" y="1407875"/>
            <a:ext cx="9911444" cy="1481907"/>
          </a:xfrm>
        </p:spPr>
        <p:txBody>
          <a:bodyPr>
            <a:normAutofit/>
          </a:bodyPr>
          <a:lstStyle/>
          <a:p>
            <a:r>
              <a:rPr lang="et-EE" sz="1400" b="1" dirty="0"/>
              <a:t>Kogumüük 2024a 1 470 359</a:t>
            </a:r>
          </a:p>
          <a:p>
            <a:r>
              <a:rPr lang="et-EE" sz="1400" b="1" dirty="0"/>
              <a:t>Käive kvartali lõikes</a:t>
            </a:r>
          </a:p>
          <a:p>
            <a:br>
              <a:rPr lang="et-EE" dirty="0"/>
            </a:br>
            <a:endParaRPr lang="et-EE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A6C3E55-78DF-368E-21D9-034F62D35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5109" y="3429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t-EE"/>
          </a:p>
        </p:txBody>
      </p:sp>
      <p:graphicFrame>
        <p:nvGraphicFramePr>
          <p:cNvPr id="15" name="Diagramm 14">
            <a:extLst>
              <a:ext uri="{FF2B5EF4-FFF2-40B4-BE49-F238E27FC236}">
                <a16:creationId xmlns:a16="http://schemas.microsoft.com/office/drawing/2014/main" id="{72019C15-1005-77C0-7500-315350B97D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6275523"/>
              </p:ext>
            </p:extLst>
          </p:nvPr>
        </p:nvGraphicFramePr>
        <p:xfrm>
          <a:off x="1670290" y="2057400"/>
          <a:ext cx="41045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6" name="Diagramm 15">
            <a:extLst>
              <a:ext uri="{FF2B5EF4-FFF2-40B4-BE49-F238E27FC236}">
                <a16:creationId xmlns:a16="http://schemas.microsoft.com/office/drawing/2014/main" id="{38F2287B-0790-79B1-3DFB-25803E967E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2918760"/>
              </p:ext>
            </p:extLst>
          </p:nvPr>
        </p:nvGraphicFramePr>
        <p:xfrm>
          <a:off x="5774870" y="1696978"/>
          <a:ext cx="6449122" cy="25647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237648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AEFD2129-857E-9A64-BD5A-0DABB753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t-EE" sz="2000" b="1" dirty="0"/>
              <a:t>Kliendigruppide analüüs (</a:t>
            </a:r>
            <a:r>
              <a:rPr lang="et-EE" sz="2000" b="1" dirty="0" err="1"/>
              <a:t>Customer</a:t>
            </a:r>
            <a:r>
              <a:rPr lang="et-EE" sz="2000" b="1" dirty="0"/>
              <a:t> </a:t>
            </a:r>
            <a:r>
              <a:rPr lang="et-EE" sz="2000" b="1" dirty="0" err="1"/>
              <a:t>Segmentation</a:t>
            </a:r>
            <a:r>
              <a:rPr lang="et-EE" sz="2000" b="1" dirty="0"/>
              <a:t>)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0F986307-0398-7405-B8C3-2BB58CD50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612" y="1447800"/>
            <a:ext cx="8915400" cy="377762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t-EE" b="1" dirty="0"/>
              <a:t>KLIENDID</a:t>
            </a:r>
          </a:p>
          <a:p>
            <a:pPr marL="0" indent="0">
              <a:buNone/>
            </a:pPr>
            <a:r>
              <a:rPr lang="et-EE" dirty="0"/>
              <a:t>Uus — 1173</a:t>
            </a:r>
            <a:br>
              <a:rPr lang="et-EE" dirty="0"/>
            </a:br>
            <a:r>
              <a:rPr lang="et-EE" dirty="0" err="1"/>
              <a:t>Regular</a:t>
            </a:r>
            <a:r>
              <a:rPr lang="et-EE" dirty="0"/>
              <a:t> — 942</a:t>
            </a:r>
            <a:br>
              <a:rPr lang="et-EE" dirty="0"/>
            </a:br>
            <a:r>
              <a:rPr lang="et-EE" dirty="0"/>
              <a:t>VIP — 436</a:t>
            </a:r>
          </a:p>
          <a:p>
            <a:pPr marL="0" indent="0">
              <a:buNone/>
            </a:pPr>
            <a:r>
              <a:rPr lang="et-EE" b="1" dirty="0"/>
              <a:t>KESKMINE KÄIVE</a:t>
            </a:r>
          </a:p>
          <a:p>
            <a:pPr marL="0" indent="0">
              <a:buNone/>
            </a:pPr>
            <a:r>
              <a:rPr lang="et-EE" dirty="0"/>
              <a:t>VIP — 2786 €</a:t>
            </a:r>
            <a:br>
              <a:rPr lang="et-EE" dirty="0"/>
            </a:br>
            <a:r>
              <a:rPr lang="et-EE" dirty="0" err="1"/>
              <a:t>Regular</a:t>
            </a:r>
            <a:r>
              <a:rPr lang="et-EE" dirty="0"/>
              <a:t> — 1049 €</a:t>
            </a:r>
            <a:br>
              <a:rPr lang="et-EE" dirty="0"/>
            </a:br>
            <a:r>
              <a:rPr lang="et-EE" dirty="0"/>
              <a:t>Uus — 358 €</a:t>
            </a:r>
          </a:p>
          <a:p>
            <a:pPr marL="0" indent="0">
              <a:buNone/>
            </a:pPr>
            <a:r>
              <a:rPr lang="et-EE" b="1" dirty="0"/>
              <a:t>LEIUD</a:t>
            </a:r>
          </a:p>
          <a:p>
            <a:pPr marL="0" indent="0">
              <a:buNone/>
            </a:pPr>
            <a:r>
              <a:rPr lang="et-EE" dirty="0"/>
              <a:t>Kõige rohkem VIP-kliente: Tallinn</a:t>
            </a:r>
            <a:br>
              <a:rPr lang="et-EE" dirty="0"/>
            </a:br>
            <a:r>
              <a:rPr lang="et-EE" dirty="0"/>
              <a:t>Järgmised linnad: Tartu, Pärnu</a:t>
            </a:r>
            <a:br>
              <a:rPr lang="et-EE" dirty="0"/>
            </a:br>
            <a:r>
              <a:rPr lang="et-EE" dirty="0"/>
              <a:t>TOP klient: Tiina Pärn (27 668 €)</a:t>
            </a:r>
          </a:p>
          <a:p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615243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DE9CDC70-ED76-4B99-2965-60C14E0E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t-EE" sz="2000" b="1" dirty="0"/>
              <a:t>Inventuuristatistika (</a:t>
            </a:r>
            <a:r>
              <a:rPr lang="et-EE" sz="2000" b="1" dirty="0" err="1"/>
              <a:t>Inventory</a:t>
            </a:r>
            <a:r>
              <a:rPr lang="et-EE" sz="2000" b="1" dirty="0"/>
              <a:t> </a:t>
            </a:r>
            <a:r>
              <a:rPr lang="et-EE" sz="2000" b="1" dirty="0" err="1"/>
              <a:t>Statistics</a:t>
            </a:r>
            <a:r>
              <a:rPr lang="et-EE" sz="2000" b="1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1ED962-DCB3-6CB5-8A53-F8F261E32329}"/>
              </a:ext>
            </a:extLst>
          </p:cNvPr>
          <p:cNvSpPr txBox="1"/>
          <p:nvPr/>
        </p:nvSpPr>
        <p:spPr>
          <a:xfrm>
            <a:off x="1685677" y="4428877"/>
            <a:ext cx="708553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t-EE" sz="1600" dirty="0"/>
              <a:t>kõige kasumlikumad kategooriad on jalanõud ja meeste riided    </a:t>
            </a:r>
            <a:br>
              <a:rPr lang="et-EE" sz="1600" dirty="0"/>
            </a:br>
            <a:endParaRPr lang="et-EE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t-EE" sz="1600" dirty="0"/>
              <a:t>kõige kiiremini müüakse </a:t>
            </a:r>
            <a:r>
              <a:rPr lang="et-EE" sz="1600" dirty="0" err="1"/>
              <a:t>naisteriideid</a:t>
            </a:r>
            <a:r>
              <a:rPr lang="et-EE" sz="1600" dirty="0"/>
              <a:t> ja aksessuaare</a:t>
            </a:r>
          </a:p>
        </p:txBody>
      </p:sp>
      <p:pic>
        <p:nvPicPr>
          <p:cNvPr id="4" name="Pilt 3">
            <a:extLst>
              <a:ext uri="{FF2B5EF4-FFF2-40B4-BE49-F238E27FC236}">
                <a16:creationId xmlns:a16="http://schemas.microsoft.com/office/drawing/2014/main" id="{665BE8AA-C36A-7B4E-4369-8B520C24F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444" y="1272296"/>
            <a:ext cx="5101136" cy="3031419"/>
          </a:xfrm>
          <a:prstGeom prst="rect">
            <a:avLst/>
          </a:prstGeom>
        </p:spPr>
      </p:pic>
      <p:pic>
        <p:nvPicPr>
          <p:cNvPr id="13" name="Pilt 12">
            <a:extLst>
              <a:ext uri="{FF2B5EF4-FFF2-40B4-BE49-F238E27FC236}">
                <a16:creationId xmlns:a16="http://schemas.microsoft.com/office/drawing/2014/main" id="{45C163E1-4CC2-F0E1-AC27-F236E3E2F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639" y="1272208"/>
            <a:ext cx="6083764" cy="303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89C0464D-CA29-5C3C-FFA5-4C223A37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b="1" dirty="0" err="1"/>
              <a:t>Turunduskampaaniate</a:t>
            </a:r>
            <a:r>
              <a:rPr lang="en-US" sz="2000" b="1" dirty="0"/>
              <a:t> ROI (Marketing Campaign Effectiveness)</a:t>
            </a:r>
            <a:endParaRPr lang="et-EE" sz="2000" b="1" dirty="0"/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99D8099A-EC88-8A32-2B54-25F26EA27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773439"/>
            <a:ext cx="8682025" cy="2170408"/>
          </a:xfrm>
        </p:spPr>
        <p:txBody>
          <a:bodyPr>
            <a:noAutofit/>
          </a:bodyPr>
          <a:lstStyle/>
          <a:p>
            <a:r>
              <a:rPr lang="et-EE" sz="1600" b="1" dirty="0" err="1"/>
              <a:t>Direct</a:t>
            </a:r>
            <a:r>
              <a:rPr lang="et-EE" sz="1600" dirty="0"/>
              <a:t> – suurim maht 1.08 M€ käivet 3,864 tellimust 1,173 klienti</a:t>
            </a:r>
          </a:p>
          <a:p>
            <a:r>
              <a:rPr lang="et-EE" sz="1600" b="1" dirty="0"/>
              <a:t>Facebook</a:t>
            </a:r>
            <a:r>
              <a:rPr lang="et-EE" sz="1600" dirty="0"/>
              <a:t> – kõrgeim efektiivsus 1,052 € käivet kliendi kohta 502,188 € käivet</a:t>
            </a:r>
          </a:p>
          <a:p>
            <a:r>
              <a:rPr lang="et-EE" sz="1600" b="1" dirty="0"/>
              <a:t>Email </a:t>
            </a:r>
            <a:r>
              <a:rPr lang="et-EE" sz="1600" b="1" dirty="0" err="1"/>
              <a:t>campaign</a:t>
            </a:r>
            <a:r>
              <a:rPr lang="et-EE" sz="1600" dirty="0"/>
              <a:t> – samuti väga tugev 482,552 € käivet, 1,622 tellimust, 1,003 € käivet kliendi kohta</a:t>
            </a:r>
          </a:p>
          <a:p>
            <a:r>
              <a:rPr lang="et-EE" sz="1600" b="1" dirty="0"/>
              <a:t>Google + </a:t>
            </a:r>
            <a:r>
              <a:rPr lang="et-EE" sz="1600" b="1" dirty="0" err="1"/>
              <a:t>google_organic</a:t>
            </a:r>
            <a:r>
              <a:rPr lang="et-EE" sz="1600" dirty="0"/>
              <a:t> – stabiilne panus üle 405,000 € käivet kokku</a:t>
            </a:r>
          </a:p>
          <a:p>
            <a:r>
              <a:rPr lang="et-EE" sz="1600" b="1" dirty="0"/>
              <a:t>Andmelünk </a:t>
            </a:r>
            <a:r>
              <a:rPr lang="et-EE" sz="1600" dirty="0"/>
              <a:t>osa tellimusi jäi </a:t>
            </a:r>
            <a:r>
              <a:rPr lang="et-EE" sz="1600" b="1" dirty="0"/>
              <a:t>NULL</a:t>
            </a:r>
            <a:r>
              <a:rPr lang="et-EE" sz="1600" dirty="0"/>
              <a:t> kategooriasse</a:t>
            </a:r>
          </a:p>
        </p:txBody>
      </p:sp>
    </p:spTree>
    <p:extLst>
      <p:ext uri="{BB962C8B-B14F-4D97-AF65-F5344CB8AC3E}">
        <p14:creationId xmlns:p14="http://schemas.microsoft.com/office/powerpoint/2010/main" val="1512379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9AF05884-ED51-6298-9CC9-76172F5ED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t-EE" dirty="0"/>
              <a:t>Kokkuvõte</a:t>
            </a:r>
          </a:p>
        </p:txBody>
      </p:sp>
      <p:sp>
        <p:nvSpPr>
          <p:cNvPr id="3" name="Sisu kohatäide 2">
            <a:extLst>
              <a:ext uri="{FF2B5EF4-FFF2-40B4-BE49-F238E27FC236}">
                <a16:creationId xmlns:a16="http://schemas.microsoft.com/office/drawing/2014/main" id="{1B4BD13F-85B4-294C-73F3-1E561ADAD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673" y="1386981"/>
            <a:ext cx="9250939" cy="45719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t-EE" b="1" dirty="0"/>
              <a:t>Leiud</a:t>
            </a:r>
          </a:p>
          <a:p>
            <a:r>
              <a:rPr lang="et-EE" sz="1400" b="1" dirty="0"/>
              <a:t>Aastaalguses müügilangus, hooaegade aluses müügid kasvavad hüppeliselt, mis viitab, et hooajaliste kaupade müügi sesoonsus toimib.</a:t>
            </a:r>
          </a:p>
          <a:p>
            <a:r>
              <a:rPr lang="et-EE" sz="1400" b="1" dirty="0"/>
              <a:t>TOP kasum: jalanõud, meeste riided</a:t>
            </a:r>
          </a:p>
          <a:p>
            <a:r>
              <a:rPr lang="et-EE" sz="1400" b="1" dirty="0"/>
              <a:t>Kiire läbimüük: </a:t>
            </a:r>
            <a:r>
              <a:rPr lang="et-EE" sz="1400" b="1" dirty="0" err="1"/>
              <a:t>naisteriided</a:t>
            </a:r>
            <a:r>
              <a:rPr lang="et-EE" sz="1400" b="1" dirty="0"/>
              <a:t>, aksessuaarid</a:t>
            </a:r>
          </a:p>
          <a:p>
            <a:r>
              <a:rPr lang="et-EE" sz="1400" b="1" dirty="0"/>
              <a:t>VIP kliendid = suurim väärtus </a:t>
            </a:r>
          </a:p>
          <a:p>
            <a:r>
              <a:rPr lang="et-EE" sz="1400" b="1" dirty="0" err="1"/>
              <a:t>Direct</a:t>
            </a:r>
            <a:r>
              <a:rPr lang="et-EE" sz="1400" b="1" dirty="0"/>
              <a:t> = maht, Facebook &amp; email = väärtus</a:t>
            </a:r>
          </a:p>
          <a:p>
            <a:pPr marL="0" indent="0">
              <a:buNone/>
            </a:pPr>
            <a:r>
              <a:rPr lang="et-EE" b="1" dirty="0"/>
              <a:t>Üllatus </a:t>
            </a:r>
          </a:p>
          <a:p>
            <a:r>
              <a:rPr lang="et-EE" sz="1400" b="1" dirty="0"/>
              <a:t>Palju uusi, vähe püsikliente</a:t>
            </a:r>
          </a:p>
          <a:p>
            <a:pPr marL="0" indent="0">
              <a:buNone/>
            </a:pPr>
            <a:r>
              <a:rPr lang="et-EE" b="1" dirty="0"/>
              <a:t>Soovitused</a:t>
            </a:r>
          </a:p>
          <a:p>
            <a:r>
              <a:rPr lang="et-EE" sz="1400" b="1" dirty="0"/>
              <a:t>Suurim väärtus tuleb VIP segmendist </a:t>
            </a:r>
            <a:r>
              <a:rPr lang="et-EE" sz="1400" b="1" dirty="0">
                <a:sym typeface="Wingdings" panose="05000000000000000000" pitchFamily="2" charset="2"/>
              </a:rPr>
              <a:t> personaalsed pakkumised lojaalsuskampaaniad</a:t>
            </a:r>
          </a:p>
          <a:p>
            <a:r>
              <a:rPr lang="et-EE" sz="1400" b="1" dirty="0"/>
              <a:t>Suunata uusi kliente kordusostudeni ja kasvatada neist </a:t>
            </a:r>
            <a:r>
              <a:rPr lang="et-EE" sz="1400" b="1" dirty="0" err="1"/>
              <a:t>regular</a:t>
            </a:r>
            <a:r>
              <a:rPr lang="et-EE" sz="1400" b="1" dirty="0"/>
              <a:t> kliendid</a:t>
            </a:r>
          </a:p>
          <a:p>
            <a:r>
              <a:rPr lang="et-EE" sz="1400" b="1" dirty="0"/>
              <a:t>H</a:t>
            </a:r>
            <a:r>
              <a:rPr lang="et-EE" sz="1400" b="1"/>
              <a:t>oida </a:t>
            </a:r>
            <a:r>
              <a:rPr lang="et-EE" sz="1400" b="1" dirty="0"/>
              <a:t>kiire läbimüügiga toodetel piisav laovaru ning kasutada </a:t>
            </a:r>
            <a:r>
              <a:rPr lang="et-EE" sz="1400" b="1" dirty="0" err="1"/>
              <a:t>kasumlikke</a:t>
            </a:r>
            <a:r>
              <a:rPr lang="et-EE" sz="1400" b="1" dirty="0"/>
              <a:t> kategooriaid kampaaniates ja e-poes neid rohkem esile tuua</a:t>
            </a:r>
          </a:p>
        </p:txBody>
      </p:sp>
    </p:spTree>
    <p:extLst>
      <p:ext uri="{BB962C8B-B14F-4D97-AF65-F5344CB8AC3E}">
        <p14:creationId xmlns:p14="http://schemas.microsoft.com/office/powerpoint/2010/main" val="32417262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alkiri 1">
            <a:extLst>
              <a:ext uri="{FF2B5EF4-FFF2-40B4-BE49-F238E27FC236}">
                <a16:creationId xmlns:a16="http://schemas.microsoft.com/office/drawing/2014/main" id="{99AE7502-7564-5A0A-DDE6-8F39B435F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3034" y="3429000"/>
            <a:ext cx="8911687" cy="1280890"/>
          </a:xfrm>
        </p:spPr>
        <p:txBody>
          <a:bodyPr/>
          <a:lstStyle/>
          <a:p>
            <a:r>
              <a:rPr lang="et-EE" dirty="0"/>
              <a:t>TÄNAME! </a:t>
            </a:r>
            <a:r>
              <a:rPr lang="et-EE" dirty="0">
                <a:sym typeface="Wingdings" panose="05000000000000000000" pitchFamily="2" charset="2"/>
              </a:rPr>
              <a:t></a:t>
            </a:r>
            <a:endParaRPr lang="et-EE" dirty="0"/>
          </a:p>
        </p:txBody>
      </p:sp>
    </p:spTree>
    <p:extLst>
      <p:ext uri="{BB962C8B-B14F-4D97-AF65-F5344CB8AC3E}">
        <p14:creationId xmlns:p14="http://schemas.microsoft.com/office/powerpoint/2010/main" val="3206426751"/>
      </p:ext>
    </p:extLst>
  </p:cSld>
  <p:clrMapOvr>
    <a:masterClrMapping/>
  </p:clrMapOvr>
</p:sld>
</file>

<file path=ppt/theme/theme1.xml><?xml version="1.0" encoding="utf-8"?>
<a:theme xmlns:a="http://schemas.openxmlformats.org/drawingml/2006/main" name="Rohukõrred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Metadata/LabelInfo.xml><?xml version="1.0" encoding="utf-8"?>
<clbl:labelList xmlns:clbl="http://schemas.microsoft.com/office/2020/mipLabelMetadata">
  <clbl:label id="{08e8b0a9-d31e-4c01-8478-c339e5863530}" enabled="1" method="Standard" siteId="{36e1a4fe-f9b7-4356-a5c4-5d6b2e8578b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269</Words>
  <Application>Microsoft Office PowerPoint</Application>
  <PresentationFormat>Laiekraan</PresentationFormat>
  <Paragraphs>36</Paragraphs>
  <Slides>7</Slides>
  <Notes>0</Notes>
  <HiddenSlides>0</HiddenSlides>
  <MMClips>0</MMClips>
  <ScaleCrop>false</ScaleCrop>
  <HeadingPairs>
    <vt:vector size="6" baseType="variant">
      <vt:variant>
        <vt:lpstr>Kasutatud fondid</vt:lpstr>
      </vt:variant>
      <vt:variant>
        <vt:i4>4</vt:i4>
      </vt:variant>
      <vt:variant>
        <vt:lpstr>Kujundus</vt:lpstr>
      </vt:variant>
      <vt:variant>
        <vt:i4>1</vt:i4>
      </vt:variant>
      <vt:variant>
        <vt:lpstr>Slaidipealkirjad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Rohukõrred</vt:lpstr>
      <vt:lpstr>Operatsioonide analüüsiosakond -SQL Agregatsioon</vt:lpstr>
      <vt:lpstr> Müügi koondandmed (Sales Aggregation) </vt:lpstr>
      <vt:lpstr>Kliendigruppide analüüs (Customer Segmentation)</vt:lpstr>
      <vt:lpstr>Inventuuristatistika (Inventory Statistics)</vt:lpstr>
      <vt:lpstr>Turunduskampaaniate ROI (Marketing Campaign Effectiveness)</vt:lpstr>
      <vt:lpstr>Kokkuvõte</vt:lpstr>
      <vt:lpstr>TÄNAME!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 Edel</dc:creator>
  <cp:lastModifiedBy>Mari Edel</cp:lastModifiedBy>
  <cp:revision>1</cp:revision>
  <dcterms:created xsi:type="dcterms:W3CDTF">2026-04-23T07:52:25Z</dcterms:created>
  <dcterms:modified xsi:type="dcterms:W3CDTF">2026-04-24T08:03:53Z</dcterms:modified>
</cp:coreProperties>
</file>