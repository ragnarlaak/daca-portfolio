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516d1a9b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516d1a9b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Enne andmete puhastamist ei olnud sales tabeli põhjal tehtavad ärilised aruanded täielikult usaldusväärsed. Puhastuse tulemuseks on täpsemad ja usaldusväärsemad aruanded ning väiksem risk teha valesid ärilisi otsuseid.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16d1a9b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516d1a9b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516d1a9b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516d1a9b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16d1a9b7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516d1a9b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16d1a9b7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516d1a9b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516d1a9b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516d1a9b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516d1a9b7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516d1a9b7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1149575"/>
            <a:ext cx="5361300" cy="2614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2"/>
                </a:solidFill>
              </a:rPr>
              <a:t>Meeskond G4 - Marketing Data.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2"/>
                </a:solidFill>
              </a:rPr>
              <a:t>UrbanStyle andmekvaliteedi koondraport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4340901"/>
            <a:ext cx="53613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3 nädal.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Roll A - Kätlin - </a:t>
            </a:r>
            <a:r>
              <a:rPr b="1" lang="et" sz="2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Müügiandmete Puhastamine</a:t>
            </a:r>
            <a:endParaRPr sz="4500">
              <a:solidFill>
                <a:schemeClr val="accent6"/>
              </a:solidFill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23025"/>
            <a:ext cx="7505700" cy="31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Müügitabelis 15234 rida. Kontrolli käigus leiti 5 116 duplikaatset rida, 1 487 puuduvat customer_id väärtust ja 9 vigast tulevikukuupäeva.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Puhastamisel eemaldati duplikaadid, puuduvad kliendi viited asendati väärtusega „Tundmatu klient” ja vigased kuupäevad parandati.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Pärast puhastamist 10 118 korrektset rida.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Roll B - Ragnar - </a:t>
            </a:r>
            <a:r>
              <a:rPr b="1" lang="et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Kliendiandmete Puhastamine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583325"/>
            <a:ext cx="7505700" cy="31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E-posti aadresside duplikaadid 128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Puuduvad e-posti aadressid 380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Puuduvad telefoninumbrid 0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Täitmata eesnime väljad 0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Täitmata perekonnanime väljad 0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t" sz="2500">
                <a:latin typeface="Arial"/>
                <a:ea typeface="Arial"/>
                <a:cs typeface="Arial"/>
                <a:sym typeface="Arial"/>
              </a:rPr>
              <a:t>Ebajärjekindlad linnanimed 12 linna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Roll C - Karmo - </a:t>
            </a:r>
            <a:r>
              <a:rPr b="1" lang="et" sz="3333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Tooteandmete Puhastamine</a:t>
            </a:r>
            <a:endParaRPr sz="4933">
              <a:solidFill>
                <a:schemeClr val="accent6"/>
              </a:solidFill>
            </a:endParaRPr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t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Tooteid 362 rida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t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Nendest 12 duplikaatset tootenime.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1" lang="et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tootel on cost_price (ostuhind) kõrgem kui retail_price (jaehind)</a:t>
            </a:r>
            <a:endParaRPr b="1" sz="2300">
              <a:solidFill>
                <a:srgbClr val="000000"/>
              </a:solidFill>
              <a:highlight>
                <a:srgbClr val="F0F0F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Roll D - Mari - </a:t>
            </a:r>
            <a:r>
              <a:rPr b="1" lang="et" sz="2744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Ristvalideerimine ja Kvaliteedikontroll</a:t>
            </a:r>
            <a:endParaRPr sz="2744">
              <a:solidFill>
                <a:schemeClr val="accent6"/>
              </a:solidFill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800200"/>
            <a:ext cx="75057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t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Orbid kliendid  - 0 - Müük viitab olematule kliendile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t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Orbid tooted - 0  - Müük viitab olematule tootele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t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Hinna ebakõlad  - 664  - Müügihind ei klapi tootehinnaga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t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Vaimkliendid - 592 - Klient ei ole kunagi ostnud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t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Vaimtooted - 12 - Toodet pole kunagi müüdud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555425"/>
            <a:ext cx="75057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t" sz="2400">
                <a:solidFill>
                  <a:schemeClr val="accent6"/>
                </a:solidFill>
                <a:highlight>
                  <a:srgbClr val="F3F4F6"/>
                </a:highlight>
              </a:rPr>
              <a:t>SUURIM ÜLLATUS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302350"/>
            <a:ext cx="7505700" cy="31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t" sz="1600">
                <a:latin typeface="Arial"/>
                <a:ea typeface="Arial"/>
                <a:cs typeface="Arial"/>
                <a:sym typeface="Arial"/>
              </a:rPr>
              <a:t>Kuigi klientide ees- ja perekonnanime väljad olid korrektselt täidetud leidus e-posti väljadel korraga väga palju puuduvat infot. See viitab sellele, et kliendi identiteet on süsteemis küll olemas, kuid kontaktkanalid ei ole piisavalt usaldusväärsed.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t" sz="1600">
                <a:latin typeface="Arial"/>
                <a:ea typeface="Arial"/>
                <a:cs typeface="Arial"/>
                <a:sym typeface="Arial"/>
              </a:rPr>
              <a:t>Müügiandmetes palju vigu</a:t>
            </a:r>
            <a:endParaRPr b="1" sz="1600">
              <a:highlight>
                <a:srgbClr val="F0F0F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t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664 müügitehingul ei vasta hind hinnakirjale.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300800"/>
            <a:ext cx="75057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accent6"/>
                </a:solidFill>
              </a:rPr>
              <a:t>SOOVITUS TOOMASELE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047700"/>
            <a:ext cx="7505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75444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t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Puhastada e-posti andmed: eristada puuduvad e-posti aadressid duplikaatsetest kirjetest ning kontrollida millised kirjed tuleks ühendada.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5444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t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Ühtlustada linnanimed ja võimalusel süsteemi lisada automaattäide.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5444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t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tootel hind kontrollida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5444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t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tublikaatsel tootel tootenimed täiendada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5444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1074"/>
              <a:buFont typeface="Arial"/>
              <a:buChar char="●"/>
            </a:pPr>
            <a:r>
              <a:rPr b="1" lang="et" sz="20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kehtestada automaatne hinnakontroll ning puhastada mitteaktiivsed kliendi- ja tootekirjed.</a:t>
            </a:r>
            <a:endParaRPr b="1" sz="3415">
              <a:solidFill>
                <a:srgbClr val="FF0000"/>
              </a:solidFill>
              <a:highlight>
                <a:srgbClr val="F3F4F6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370275"/>
            <a:ext cx="7505700" cy="8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accent6"/>
                </a:solidFill>
              </a:rPr>
              <a:t>PUUDUVAD ANDMED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t" sz="140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t" sz="1400">
                <a:latin typeface="Arial"/>
                <a:ea typeface="Arial"/>
                <a:cs typeface="Arial"/>
                <a:sym typeface="Arial"/>
              </a:rPr>
              <a:t>raegu ei ole selge, milline duplikaatsetest e-posti aadressidest on algne kirje ning millised read viitavad samale kliendile. Samuti ei saa ainult tabeli põhjal kindlalt öelda, kas puuduvad e-posti aadressid on tegelikult teadmata või jäid need lihtsalt sisestamata.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Ristvalideerimine tuvastas andmekvaliteedi probleeme müügi-, kliendi- ja tootetabelite vahel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